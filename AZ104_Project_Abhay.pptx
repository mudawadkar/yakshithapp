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2" r:id="rId12"/>
    <p:sldId id="267" r:id="rId13"/>
    <p:sldId id="266" r:id="rId14"/>
    <p:sldId id="269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6445-B6AB-47BE-89BB-35C2D4B1FAB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F5F-C532-4BD5-8952-599FD7DE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90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6445-B6AB-47BE-89BB-35C2D4B1FAB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F5F-C532-4BD5-8952-599FD7DE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15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6445-B6AB-47BE-89BB-35C2D4B1FAB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F5F-C532-4BD5-8952-599FD7DE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39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6445-B6AB-47BE-89BB-35C2D4B1FAB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F5F-C532-4BD5-8952-599FD7DE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2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6445-B6AB-47BE-89BB-35C2D4B1FAB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F5F-C532-4BD5-8952-599FD7DE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26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6445-B6AB-47BE-89BB-35C2D4B1FAB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F5F-C532-4BD5-8952-599FD7DE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88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6445-B6AB-47BE-89BB-35C2D4B1FAB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F5F-C532-4BD5-8952-599FD7DE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7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6445-B6AB-47BE-89BB-35C2D4B1FAB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F5F-C532-4BD5-8952-599FD7DE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59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6445-B6AB-47BE-89BB-35C2D4B1FAB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F5F-C532-4BD5-8952-599FD7DE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7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6445-B6AB-47BE-89BB-35C2D4B1FAB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F5F-C532-4BD5-8952-599FD7DE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56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6445-B6AB-47BE-89BB-35C2D4B1FAB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F5F-C532-4BD5-8952-599FD7DE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3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96445-B6AB-47BE-89BB-35C2D4B1FAB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35F5F-C532-4BD5-8952-599FD7DE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38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90" y="2363985"/>
            <a:ext cx="7114309" cy="3281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" y="263557"/>
            <a:ext cx="403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Step 1: </a:t>
            </a:r>
            <a:r>
              <a:rPr lang="en-US" dirty="0" smtClean="0"/>
              <a:t>Create Two </a:t>
            </a:r>
            <a:r>
              <a:rPr lang="en-US" dirty="0" err="1" smtClean="0"/>
              <a:t>ResourceGroups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4236" y="1274618"/>
            <a:ext cx="56493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CLI to create the </a:t>
            </a:r>
            <a:r>
              <a:rPr lang="en-US" b="1" dirty="0" err="1" smtClean="0"/>
              <a:t>resourceGroup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az</a:t>
            </a:r>
            <a:r>
              <a:rPr lang="en-US" dirty="0" smtClean="0"/>
              <a:t> </a:t>
            </a:r>
            <a:r>
              <a:rPr lang="en-US" dirty="0" smtClean="0"/>
              <a:t>group create --name </a:t>
            </a:r>
            <a:r>
              <a:rPr lang="en-US" dirty="0" err="1" smtClean="0"/>
              <a:t>AbhayRGEastUS</a:t>
            </a:r>
            <a:r>
              <a:rPr lang="en-US" dirty="0" smtClean="0"/>
              <a:t> --location </a:t>
            </a:r>
            <a:r>
              <a:rPr lang="en-US" dirty="0" err="1" smtClean="0"/>
              <a:t>eastus</a:t>
            </a:r>
            <a:endParaRPr lang="en-US" dirty="0" smtClean="0"/>
          </a:p>
          <a:p>
            <a:r>
              <a:rPr lang="en-US" dirty="0" err="1" smtClean="0"/>
              <a:t>az</a:t>
            </a:r>
            <a:r>
              <a:rPr lang="en-US" dirty="0" smtClean="0"/>
              <a:t> group create --name </a:t>
            </a:r>
            <a:r>
              <a:rPr lang="en-US" dirty="0" err="1" smtClean="0"/>
              <a:t>AbhayRGWestUS</a:t>
            </a:r>
            <a:r>
              <a:rPr lang="en-US" dirty="0" smtClean="0"/>
              <a:t> --location </a:t>
            </a:r>
            <a:r>
              <a:rPr lang="en-US" dirty="0" err="1" smtClean="0"/>
              <a:t>westus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754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26670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Abhay</a:t>
            </a:r>
            <a:r>
              <a:rPr lang="en-US" dirty="0" smtClean="0"/>
              <a:t> </a:t>
            </a:r>
            <a:r>
              <a:rPr lang="en-US" dirty="0" err="1" smtClean="0"/>
              <a:t>Mudawadkar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20-Sep  to 26-Oct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AZ-104</a:t>
            </a:r>
            <a:br>
              <a:rPr lang="en-US" dirty="0" smtClean="0"/>
            </a:br>
            <a:r>
              <a:rPr lang="en-US" dirty="0" smtClean="0"/>
              <a:t>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52800"/>
            <a:ext cx="8229600" cy="15240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Connecting Internet Workloads Using </a:t>
            </a:r>
            <a:r>
              <a:rPr lang="en-US" b="1" dirty="0" err="1"/>
              <a:t>Vnet</a:t>
            </a:r>
            <a:r>
              <a:rPr lang="en-US" b="1" dirty="0"/>
              <a:t> Peering and Assigning a Custom Role for Operating These Workloads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69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263557"/>
            <a:ext cx="403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Step 2: </a:t>
            </a:r>
            <a:r>
              <a:rPr lang="en-US" dirty="0" smtClean="0"/>
              <a:t> Create Two Virtual Networks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04800" y="762000"/>
            <a:ext cx="83058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Create VNet1- Name: </a:t>
            </a:r>
            <a:r>
              <a:rPr lang="en-US" dirty="0" err="1" smtClean="0"/>
              <a:t>VNet</a:t>
            </a:r>
            <a:r>
              <a:rPr lang="en-US" dirty="0" smtClean="0"/>
              <a:t>-East, Region: (e.g., East US), Address Space: 10.0.0.0/16, Subnet: 10.0.1.0/24</a:t>
            </a:r>
          </a:p>
          <a:p>
            <a:endParaRPr lang="en-US" dirty="0" smtClean="0"/>
          </a:p>
          <a:p>
            <a:r>
              <a:rPr lang="en-US" dirty="0" smtClean="0"/>
              <a:t>Create VNet2- Name: </a:t>
            </a:r>
            <a:r>
              <a:rPr lang="en-US" dirty="0" err="1" smtClean="0"/>
              <a:t>VNet</a:t>
            </a:r>
            <a:r>
              <a:rPr lang="en-US" dirty="0" smtClean="0"/>
              <a:t>-West, Region: (e.g., West US), Address Space: 10.1.0.0/16, Subnet: 10.1.1.0/24</a:t>
            </a:r>
          </a:p>
          <a:p>
            <a:endParaRPr lang="en-US" dirty="0" smtClean="0"/>
          </a:p>
          <a:p>
            <a:r>
              <a:rPr lang="en-US" b="1" dirty="0"/>
              <a:t>CLI to create the </a:t>
            </a:r>
            <a:r>
              <a:rPr lang="en-US" b="1" dirty="0" smtClean="0"/>
              <a:t>Virtual Network</a:t>
            </a:r>
            <a:endParaRPr lang="en-US" dirty="0" smtClean="0"/>
          </a:p>
          <a:p>
            <a:r>
              <a:rPr lang="en-US" sz="1600" dirty="0" err="1" smtClean="0"/>
              <a:t>az</a:t>
            </a:r>
            <a:r>
              <a:rPr lang="en-US" sz="1600" dirty="0" smtClean="0"/>
              <a:t> network </a:t>
            </a:r>
            <a:r>
              <a:rPr lang="en-US" sz="1600" dirty="0" err="1" smtClean="0"/>
              <a:t>vnet</a:t>
            </a:r>
            <a:r>
              <a:rPr lang="en-US" sz="1600" dirty="0" smtClean="0"/>
              <a:t> create \</a:t>
            </a:r>
          </a:p>
          <a:p>
            <a:r>
              <a:rPr lang="en-US" sz="1600" dirty="0" smtClean="0"/>
              <a:t>  --resource-group </a:t>
            </a:r>
            <a:r>
              <a:rPr lang="en-US" sz="1600" dirty="0" err="1" smtClean="0"/>
              <a:t>AbhayRGEastUS</a:t>
            </a:r>
            <a:r>
              <a:rPr lang="en-US" sz="1600" dirty="0" smtClean="0"/>
              <a:t> \</a:t>
            </a:r>
          </a:p>
          <a:p>
            <a:r>
              <a:rPr lang="en-US" sz="1600" dirty="0" smtClean="0"/>
              <a:t>  --name </a:t>
            </a:r>
            <a:r>
              <a:rPr lang="en-US" sz="1600" dirty="0" err="1" smtClean="0"/>
              <a:t>VNet</a:t>
            </a:r>
            <a:r>
              <a:rPr lang="en-US" sz="1600" dirty="0" smtClean="0"/>
              <a:t>-East \</a:t>
            </a:r>
          </a:p>
          <a:p>
            <a:r>
              <a:rPr lang="en-US" sz="1600" dirty="0" smtClean="0"/>
              <a:t>  --address-prefix 10.0.0.0/16 \</a:t>
            </a:r>
          </a:p>
          <a:p>
            <a:r>
              <a:rPr lang="en-US" sz="1600" dirty="0" smtClean="0"/>
              <a:t>  --subnet-name Subnet-East \</a:t>
            </a:r>
          </a:p>
          <a:p>
            <a:r>
              <a:rPr lang="en-US" sz="1600" dirty="0" smtClean="0"/>
              <a:t>  --subnet-prefix 10.0.1.0/24 \</a:t>
            </a:r>
          </a:p>
          <a:p>
            <a:r>
              <a:rPr lang="en-US" sz="1600" dirty="0" smtClean="0"/>
              <a:t>  --location </a:t>
            </a:r>
            <a:r>
              <a:rPr lang="en-US" sz="1600" dirty="0" err="1" smtClean="0"/>
              <a:t>eastus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err="1" smtClean="0"/>
              <a:t>az</a:t>
            </a:r>
            <a:r>
              <a:rPr lang="en-US" sz="1600" dirty="0" smtClean="0"/>
              <a:t> network </a:t>
            </a:r>
            <a:r>
              <a:rPr lang="en-US" sz="1600" dirty="0" err="1" smtClean="0"/>
              <a:t>vnet</a:t>
            </a:r>
            <a:r>
              <a:rPr lang="en-US" sz="1600" dirty="0" smtClean="0"/>
              <a:t> create \</a:t>
            </a:r>
          </a:p>
          <a:p>
            <a:r>
              <a:rPr lang="en-US" sz="1600" dirty="0" smtClean="0"/>
              <a:t>  --resource-group </a:t>
            </a:r>
            <a:r>
              <a:rPr lang="en-US" sz="1600" dirty="0" err="1" smtClean="0"/>
              <a:t>AbhayRGWestUS</a:t>
            </a:r>
            <a:r>
              <a:rPr lang="en-US" sz="1600" dirty="0" smtClean="0"/>
              <a:t> \</a:t>
            </a:r>
          </a:p>
          <a:p>
            <a:r>
              <a:rPr lang="en-US" sz="1600" dirty="0" smtClean="0"/>
              <a:t>  --name </a:t>
            </a:r>
            <a:r>
              <a:rPr lang="en-US" sz="1600" dirty="0" err="1" smtClean="0"/>
              <a:t>VNet</a:t>
            </a:r>
            <a:r>
              <a:rPr lang="en-US" sz="1600" dirty="0" smtClean="0"/>
              <a:t>-West \</a:t>
            </a:r>
          </a:p>
          <a:p>
            <a:r>
              <a:rPr lang="en-US" sz="1600" dirty="0" smtClean="0"/>
              <a:t>  --address-prefix 10.1.0.0/16 \</a:t>
            </a:r>
          </a:p>
          <a:p>
            <a:r>
              <a:rPr lang="en-US" sz="1600" dirty="0" smtClean="0"/>
              <a:t>  --subnet-name Subnet-West \</a:t>
            </a:r>
          </a:p>
          <a:p>
            <a:r>
              <a:rPr lang="en-US" sz="1600" dirty="0" smtClean="0"/>
              <a:t>  --subnet-prefix 10.1.1.0/24 \</a:t>
            </a:r>
          </a:p>
          <a:p>
            <a:r>
              <a:rPr lang="en-US" sz="1600" dirty="0" smtClean="0"/>
              <a:t>  --location </a:t>
            </a:r>
            <a:r>
              <a:rPr lang="en-US" sz="1600" dirty="0" err="1" smtClean="0"/>
              <a:t>westus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164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18" y="1447800"/>
            <a:ext cx="8084273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09600" y="263557"/>
            <a:ext cx="403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Step 2: </a:t>
            </a:r>
            <a:r>
              <a:rPr lang="en-US" dirty="0" smtClean="0"/>
              <a:t> Create Two Virtual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248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85690"/>
            <a:ext cx="723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Step 3: </a:t>
            </a:r>
            <a:r>
              <a:rPr lang="en-US" dirty="0" smtClean="0"/>
              <a:t>Deploy Virtual Machines in Each </a:t>
            </a:r>
            <a:r>
              <a:rPr lang="en-US" dirty="0" err="1" smtClean="0"/>
              <a:t>VNet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838200"/>
            <a:ext cx="8686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each VM:</a:t>
            </a:r>
          </a:p>
          <a:p>
            <a:r>
              <a:rPr lang="en-US" dirty="0" smtClean="0"/>
              <a:t>VM1 in </a:t>
            </a:r>
            <a:r>
              <a:rPr lang="en-US" dirty="0" err="1" smtClean="0"/>
              <a:t>VNet</a:t>
            </a:r>
            <a:r>
              <a:rPr lang="en-US" dirty="0" smtClean="0"/>
              <a:t>-East Name: VM-East, Image: "Windows Server, 2019 Datacenter - x64 Gen2"</a:t>
            </a:r>
          </a:p>
          <a:p>
            <a:r>
              <a:rPr lang="en-US" dirty="0" smtClean="0"/>
              <a:t>Size: "Standard_D2s_v3 - 2 </a:t>
            </a:r>
            <a:r>
              <a:rPr lang="en-US" dirty="0" err="1" smtClean="0"/>
              <a:t>vcpus</a:t>
            </a:r>
            <a:r>
              <a:rPr lang="en-US" dirty="0" smtClean="0"/>
              <a:t>, 8 </a:t>
            </a:r>
            <a:r>
              <a:rPr lang="en-US" dirty="0" err="1" smtClean="0"/>
              <a:t>GiB</a:t>
            </a:r>
            <a:r>
              <a:rPr lang="en-US" dirty="0" smtClean="0"/>
              <a:t> memory (Price unavailable)“, "OS disk type":, “Standard HDD (locally-redundant storage)“, Network: </a:t>
            </a:r>
            <a:r>
              <a:rPr lang="en-US" dirty="0" err="1" smtClean="0"/>
              <a:t>VNet</a:t>
            </a:r>
            <a:r>
              <a:rPr lang="en-US" dirty="0" smtClean="0"/>
              <a:t>-East → Subnet 10.0.1.0/24</a:t>
            </a:r>
          </a:p>
          <a:p>
            <a:endParaRPr lang="en-US" dirty="0" smtClean="0"/>
          </a:p>
          <a:p>
            <a:r>
              <a:rPr lang="en-US" dirty="0" smtClean="0"/>
              <a:t>VM2 in </a:t>
            </a:r>
            <a:r>
              <a:rPr lang="en-US" dirty="0" err="1" smtClean="0"/>
              <a:t>VNet</a:t>
            </a:r>
            <a:r>
              <a:rPr lang="en-US" dirty="0" smtClean="0"/>
              <a:t>-West Name: VM-West, Image: "Windows Server 2019 Datacenter - x64 Gen2“, Size: "Standard_D2s_v3 - 2 </a:t>
            </a:r>
            <a:r>
              <a:rPr lang="en-US" dirty="0" err="1" smtClean="0"/>
              <a:t>vcpus</a:t>
            </a:r>
            <a:r>
              <a:rPr lang="en-US" dirty="0" smtClean="0"/>
              <a:t>, 8 </a:t>
            </a:r>
            <a:r>
              <a:rPr lang="en-US" dirty="0" err="1" smtClean="0"/>
              <a:t>GiB</a:t>
            </a:r>
            <a:r>
              <a:rPr lang="en-US" dirty="0" smtClean="0"/>
              <a:t> memory (Price unavailable)“, "OS disk type": "Standard HDD (locally-redundant storage)“, Network: </a:t>
            </a:r>
            <a:r>
              <a:rPr lang="en-US" dirty="0" err="1" smtClean="0"/>
              <a:t>VNet</a:t>
            </a:r>
            <a:r>
              <a:rPr lang="en-US" dirty="0" smtClean="0"/>
              <a:t>-West → Subnet 10.1.1.0/24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81446" y="3146524"/>
            <a:ext cx="83820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CLI to create the </a:t>
            </a:r>
            <a:r>
              <a:rPr lang="en-US" b="1" dirty="0" smtClean="0"/>
              <a:t>VM</a:t>
            </a:r>
          </a:p>
          <a:p>
            <a:r>
              <a:rPr lang="en-US" sz="1600" dirty="0" err="1" smtClean="0"/>
              <a:t>az</a:t>
            </a:r>
            <a:r>
              <a:rPr lang="en-US" sz="1600" dirty="0" smtClean="0"/>
              <a:t> </a:t>
            </a:r>
            <a:r>
              <a:rPr lang="en-US" sz="1600" dirty="0" err="1" smtClean="0"/>
              <a:t>vm</a:t>
            </a:r>
            <a:r>
              <a:rPr lang="en-US" sz="1600" dirty="0" smtClean="0"/>
              <a:t> create \</a:t>
            </a:r>
          </a:p>
          <a:p>
            <a:r>
              <a:rPr lang="en-US" sz="1600" dirty="0" smtClean="0"/>
              <a:t>  --resource-group </a:t>
            </a:r>
            <a:r>
              <a:rPr lang="en-US" sz="1600" dirty="0" err="1" smtClean="0"/>
              <a:t>AbhayRGEastUS</a:t>
            </a:r>
            <a:r>
              <a:rPr lang="en-US" sz="1600" dirty="0" smtClean="0"/>
              <a:t> \</a:t>
            </a:r>
          </a:p>
          <a:p>
            <a:r>
              <a:rPr lang="en-US" sz="1600" dirty="0" smtClean="0"/>
              <a:t>  --name </a:t>
            </a:r>
            <a:r>
              <a:rPr lang="en-US" sz="1600" b="1" dirty="0" smtClean="0"/>
              <a:t>VM-East</a:t>
            </a:r>
            <a:r>
              <a:rPr lang="en-US" sz="1600" dirty="0" smtClean="0"/>
              <a:t> \</a:t>
            </a:r>
          </a:p>
          <a:p>
            <a:r>
              <a:rPr lang="en-US" sz="1600" dirty="0" smtClean="0"/>
              <a:t>  --location </a:t>
            </a:r>
            <a:r>
              <a:rPr lang="en-US" sz="1600" dirty="0" err="1" smtClean="0"/>
              <a:t>eastus</a:t>
            </a:r>
            <a:r>
              <a:rPr lang="en-US" sz="1600" dirty="0" smtClean="0"/>
              <a:t> \</a:t>
            </a:r>
          </a:p>
          <a:p>
            <a:r>
              <a:rPr lang="en-US" sz="1600" dirty="0" smtClean="0"/>
              <a:t>  --size "</a:t>
            </a:r>
            <a:r>
              <a:rPr lang="en-US" sz="1600" dirty="0" smtClean="0"/>
              <a:t>Standard_D2s_v5" </a:t>
            </a:r>
            <a:r>
              <a:rPr lang="en-US" sz="1600" dirty="0" smtClean="0"/>
              <a:t>\</a:t>
            </a:r>
          </a:p>
          <a:p>
            <a:r>
              <a:rPr lang="en-US" sz="1600" dirty="0" smtClean="0"/>
              <a:t>  --image MicrosoftWindowsServer:WindowsServer:2025-datacenter-g2:latest \</a:t>
            </a:r>
          </a:p>
          <a:p>
            <a:r>
              <a:rPr lang="en-US" sz="1600" dirty="0" smtClean="0"/>
              <a:t>  --admin-username </a:t>
            </a:r>
            <a:r>
              <a:rPr lang="en-US" sz="1600" dirty="0" err="1" smtClean="0"/>
              <a:t>vmadmin</a:t>
            </a:r>
            <a:r>
              <a:rPr lang="en-US" sz="1600" dirty="0" smtClean="0"/>
              <a:t> \</a:t>
            </a:r>
          </a:p>
          <a:p>
            <a:r>
              <a:rPr lang="en-US" sz="1600" dirty="0" smtClean="0"/>
              <a:t>  --admin-password "Password@123" \</a:t>
            </a:r>
          </a:p>
          <a:p>
            <a:r>
              <a:rPr lang="en-US" sz="1600" dirty="0" smtClean="0"/>
              <a:t>  --</a:t>
            </a:r>
            <a:r>
              <a:rPr lang="en-US" sz="1600" dirty="0" err="1" smtClean="0"/>
              <a:t>vnet</a:t>
            </a:r>
            <a:r>
              <a:rPr lang="en-US" sz="1600" dirty="0" smtClean="0"/>
              <a:t>-name </a:t>
            </a:r>
            <a:r>
              <a:rPr lang="en-US" sz="1600" dirty="0" err="1" smtClean="0"/>
              <a:t>VNet</a:t>
            </a:r>
            <a:r>
              <a:rPr lang="en-US" sz="1600" dirty="0" smtClean="0"/>
              <a:t>-East \</a:t>
            </a:r>
          </a:p>
          <a:p>
            <a:r>
              <a:rPr lang="en-US" sz="1600" dirty="0" smtClean="0"/>
              <a:t>  --subnet Subnet-East </a:t>
            </a:r>
            <a:r>
              <a:rPr lang="en-US" sz="1600" dirty="0" smtClean="0"/>
              <a:t>\</a:t>
            </a:r>
          </a:p>
          <a:p>
            <a:r>
              <a:rPr lang="en-US" sz="1600" dirty="0" smtClean="0"/>
              <a:t>  </a:t>
            </a:r>
            <a:r>
              <a:rPr lang="en-US" sz="1600" dirty="0" smtClean="0"/>
              <a:t>--</a:t>
            </a:r>
            <a:r>
              <a:rPr lang="en-US" sz="1600" dirty="0" err="1" smtClean="0"/>
              <a:t>os</a:t>
            </a:r>
            <a:r>
              <a:rPr lang="en-US" sz="1600" dirty="0" smtClean="0"/>
              <a:t>-disk-size-</a:t>
            </a:r>
            <a:r>
              <a:rPr lang="en-US" sz="1600" dirty="0" err="1" smtClean="0"/>
              <a:t>gb</a:t>
            </a:r>
            <a:r>
              <a:rPr lang="en-US" sz="1600" dirty="0" smtClean="0"/>
              <a:t> 127 \</a:t>
            </a:r>
          </a:p>
          <a:p>
            <a:r>
              <a:rPr lang="en-US" sz="1600" dirty="0" smtClean="0"/>
              <a:t>  --no-wait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39081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1219200"/>
            <a:ext cx="7696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az</a:t>
            </a:r>
            <a:r>
              <a:rPr lang="en-US" dirty="0" smtClean="0"/>
              <a:t> </a:t>
            </a:r>
            <a:r>
              <a:rPr lang="en-US" dirty="0" err="1" smtClean="0"/>
              <a:t>vm</a:t>
            </a:r>
            <a:r>
              <a:rPr lang="en-US" dirty="0" smtClean="0"/>
              <a:t> create \</a:t>
            </a:r>
          </a:p>
          <a:p>
            <a:r>
              <a:rPr lang="en-US" dirty="0" smtClean="0"/>
              <a:t>  --resource-group </a:t>
            </a:r>
            <a:r>
              <a:rPr lang="en-US" dirty="0" err="1" smtClean="0"/>
              <a:t>AbhayRGWestUS</a:t>
            </a:r>
            <a:r>
              <a:rPr lang="en-US" dirty="0" smtClean="0"/>
              <a:t> \</a:t>
            </a:r>
          </a:p>
          <a:p>
            <a:r>
              <a:rPr lang="en-US" dirty="0" smtClean="0"/>
              <a:t>  --name </a:t>
            </a:r>
            <a:r>
              <a:rPr lang="en-US" b="1" dirty="0" smtClean="0"/>
              <a:t>VM-West</a:t>
            </a:r>
            <a:r>
              <a:rPr lang="en-US" dirty="0" smtClean="0"/>
              <a:t> \</a:t>
            </a:r>
          </a:p>
          <a:p>
            <a:r>
              <a:rPr lang="en-US" dirty="0" smtClean="0"/>
              <a:t>  --location </a:t>
            </a:r>
            <a:r>
              <a:rPr lang="en-US" dirty="0" err="1" smtClean="0"/>
              <a:t>westus</a:t>
            </a:r>
            <a:r>
              <a:rPr lang="en-US" dirty="0" smtClean="0"/>
              <a:t> \</a:t>
            </a:r>
          </a:p>
          <a:p>
            <a:r>
              <a:rPr lang="en-US" dirty="0" smtClean="0"/>
              <a:t>  --size "</a:t>
            </a:r>
            <a:r>
              <a:rPr lang="en-US" dirty="0" smtClean="0"/>
              <a:t>Standard_D2s_v5" </a:t>
            </a:r>
            <a:r>
              <a:rPr lang="en-US" dirty="0" smtClean="0"/>
              <a:t>\</a:t>
            </a:r>
          </a:p>
          <a:p>
            <a:r>
              <a:rPr lang="en-US" dirty="0" smtClean="0"/>
              <a:t>  --image MicrosoftWindowsServer:WindowsServer:2025-datacenter-g2:latest \</a:t>
            </a:r>
          </a:p>
          <a:p>
            <a:r>
              <a:rPr lang="en-US" dirty="0" smtClean="0"/>
              <a:t>  --admin-username </a:t>
            </a:r>
            <a:r>
              <a:rPr lang="en-US" dirty="0" err="1" smtClean="0"/>
              <a:t>vmadmin</a:t>
            </a:r>
            <a:r>
              <a:rPr lang="en-US" dirty="0" smtClean="0"/>
              <a:t> \</a:t>
            </a:r>
          </a:p>
          <a:p>
            <a:r>
              <a:rPr lang="en-US" dirty="0" smtClean="0"/>
              <a:t>  --admin-password "Password@123" \</a:t>
            </a:r>
          </a:p>
          <a:p>
            <a:r>
              <a:rPr lang="en-US" dirty="0" smtClean="0"/>
              <a:t>  --</a:t>
            </a:r>
            <a:r>
              <a:rPr lang="en-US" dirty="0" err="1" smtClean="0"/>
              <a:t>vnet</a:t>
            </a:r>
            <a:r>
              <a:rPr lang="en-US" dirty="0" smtClean="0"/>
              <a:t>-name </a:t>
            </a:r>
            <a:r>
              <a:rPr lang="en-US" dirty="0" err="1" smtClean="0"/>
              <a:t>VNet</a:t>
            </a:r>
            <a:r>
              <a:rPr lang="en-US" dirty="0" smtClean="0"/>
              <a:t>-West \</a:t>
            </a:r>
          </a:p>
          <a:p>
            <a:r>
              <a:rPr lang="en-US" dirty="0" smtClean="0"/>
              <a:t>  --subnet Subnet-West </a:t>
            </a:r>
            <a:r>
              <a:rPr lang="en-US" dirty="0" smtClean="0"/>
              <a:t>\</a:t>
            </a:r>
            <a:endParaRPr lang="en-US" dirty="0" smtClean="0"/>
          </a:p>
          <a:p>
            <a:r>
              <a:rPr lang="en-US" dirty="0" smtClean="0"/>
              <a:t>  --</a:t>
            </a:r>
            <a:r>
              <a:rPr lang="en-US" dirty="0" err="1" smtClean="0"/>
              <a:t>os</a:t>
            </a:r>
            <a:r>
              <a:rPr lang="en-US" dirty="0" smtClean="0"/>
              <a:t>-disk-size-</a:t>
            </a:r>
            <a:r>
              <a:rPr lang="en-US" dirty="0" err="1" smtClean="0"/>
              <a:t>gb</a:t>
            </a:r>
            <a:r>
              <a:rPr lang="en-US" dirty="0" smtClean="0"/>
              <a:t> 127 \</a:t>
            </a:r>
          </a:p>
          <a:p>
            <a:r>
              <a:rPr lang="en-US" dirty="0" smtClean="0"/>
              <a:t>  --no-wait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85690"/>
            <a:ext cx="723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Step 3: </a:t>
            </a:r>
            <a:r>
              <a:rPr lang="en-US" dirty="0" smtClean="0"/>
              <a:t>Deploy Virtual Machines in Each </a:t>
            </a:r>
            <a:r>
              <a:rPr lang="en-US" dirty="0" err="1" smtClean="0"/>
              <a:t>VNet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081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55" y="1752600"/>
            <a:ext cx="7896225" cy="4220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7200" y="285690"/>
            <a:ext cx="723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Step 3: </a:t>
            </a:r>
            <a:r>
              <a:rPr lang="en-US" dirty="0" smtClean="0"/>
              <a:t>Deploy Virtual Machines in Each </a:t>
            </a:r>
            <a:r>
              <a:rPr lang="en-US" dirty="0" err="1" smtClean="0"/>
              <a:t>VNet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081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28800"/>
            <a:ext cx="8419042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04800" y="1371600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VM West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2000" y="326418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Step 4: </a:t>
            </a:r>
            <a:r>
              <a:rPr lang="en-US" dirty="0" smtClean="0"/>
              <a:t>Establish </a:t>
            </a:r>
            <a:r>
              <a:rPr lang="en-US" dirty="0" err="1" smtClean="0"/>
              <a:t>VNet</a:t>
            </a:r>
            <a:r>
              <a:rPr lang="en-US" dirty="0" smtClean="0"/>
              <a:t> Peering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94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382" y="1214643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VM East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40932"/>
            <a:ext cx="7543800" cy="3584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62000" y="326418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Step 4: </a:t>
            </a:r>
            <a:r>
              <a:rPr lang="en-US" dirty="0" smtClean="0"/>
              <a:t>Establish </a:t>
            </a:r>
            <a:r>
              <a:rPr lang="en-US" dirty="0" err="1" smtClean="0"/>
              <a:t>VNet</a:t>
            </a:r>
            <a:r>
              <a:rPr lang="en-US" dirty="0" smtClean="0"/>
              <a:t> Peering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94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28800"/>
            <a:ext cx="7689390" cy="3624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2000" y="326418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Step 4: </a:t>
            </a:r>
            <a:r>
              <a:rPr lang="en-US" dirty="0" smtClean="0"/>
              <a:t>Establish </a:t>
            </a:r>
            <a:r>
              <a:rPr lang="en-US" dirty="0" err="1" smtClean="0"/>
              <a:t>VNet</a:t>
            </a:r>
            <a:r>
              <a:rPr lang="en-US" dirty="0" smtClean="0"/>
              <a:t> Peering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65018" y="956193"/>
            <a:ext cx="5052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Take Remote Desktop of both the VMs</a:t>
            </a:r>
            <a:br>
              <a:rPr lang="en-US" dirty="0" smtClean="0"/>
            </a:br>
            <a:r>
              <a:rPr lang="en-US" dirty="0" smtClean="0"/>
              <a:t>their private IPs are not able to ping see screen shot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94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26418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Step 4: </a:t>
            </a:r>
            <a:r>
              <a:rPr lang="en-US" dirty="0" smtClean="0"/>
              <a:t>Establish </a:t>
            </a:r>
            <a:r>
              <a:rPr lang="en-US" dirty="0" err="1" smtClean="0"/>
              <a:t>VNet</a:t>
            </a:r>
            <a:r>
              <a:rPr lang="en-US" dirty="0" smtClean="0"/>
              <a:t> Peering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2727" y="838200"/>
            <a:ext cx="7543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Peering will enabled only Network-Path, but Windows Firewall still blocking RDP to enable that run following commands on PowerShell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Enable-</a:t>
            </a:r>
            <a:r>
              <a:rPr lang="en-US" dirty="0" err="1" smtClean="0"/>
              <a:t>NetFirewallRule</a:t>
            </a:r>
            <a:r>
              <a:rPr lang="en-US" dirty="0" smtClean="0"/>
              <a:t> </a:t>
            </a:r>
            <a:r>
              <a:rPr lang="en-US" dirty="0"/>
              <a:t>-</a:t>
            </a:r>
            <a:r>
              <a:rPr lang="en-US" dirty="0" err="1"/>
              <a:t>DisplayGroup</a:t>
            </a:r>
            <a:r>
              <a:rPr lang="en-US" dirty="0"/>
              <a:t> "File and Printer Sharing"</a:t>
            </a:r>
          </a:p>
          <a:p>
            <a:r>
              <a:rPr lang="en-US" dirty="0"/>
              <a:t>Enable-</a:t>
            </a:r>
            <a:r>
              <a:rPr lang="en-US" dirty="0" err="1"/>
              <a:t>NetFirewallRule</a:t>
            </a:r>
            <a:r>
              <a:rPr lang="en-US" dirty="0"/>
              <a:t> -</a:t>
            </a:r>
            <a:r>
              <a:rPr lang="en-US" dirty="0" err="1"/>
              <a:t>DisplayGroup</a:t>
            </a:r>
            <a:r>
              <a:rPr lang="en-US" dirty="0"/>
              <a:t> "Remote Desktop"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18" y="2895600"/>
            <a:ext cx="1773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B: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Create Port Rule for both the VMs</a:t>
            </a:r>
            <a:endParaRPr lang="en-US" dirty="0" smtClean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350982"/>
            <a:ext cx="6216317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9081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54" y="2895600"/>
            <a:ext cx="7949046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65018" y="1219200"/>
            <a:ext cx="8153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Name</a:t>
            </a:r>
            <a:r>
              <a:rPr lang="en-US" dirty="0" smtClean="0"/>
              <a:t>: </a:t>
            </a:r>
            <a:r>
              <a:rPr lang="en-US" dirty="0" err="1" smtClean="0"/>
              <a:t>EastToWest</a:t>
            </a:r>
            <a:r>
              <a:rPr lang="en-US" dirty="0" smtClean="0"/>
              <a:t>-</a:t>
            </a:r>
          </a:p>
          <a:p>
            <a:r>
              <a:rPr lang="en-US" dirty="0" smtClean="0"/>
              <a:t>Peering with remote </a:t>
            </a:r>
            <a:r>
              <a:rPr lang="en-US" dirty="0" err="1" smtClean="0"/>
              <a:t>VNet</a:t>
            </a:r>
            <a:r>
              <a:rPr lang="en-US" dirty="0" smtClean="0"/>
              <a:t>: </a:t>
            </a:r>
            <a:r>
              <a:rPr lang="en-US" dirty="0" err="1" smtClean="0"/>
              <a:t>VNet</a:t>
            </a:r>
            <a:r>
              <a:rPr lang="en-US" dirty="0" smtClean="0"/>
              <a:t>-West</a:t>
            </a:r>
          </a:p>
          <a:p>
            <a:r>
              <a:rPr lang="en-US" dirty="0" smtClean="0"/>
              <a:t>Enable Allow virtual network access</a:t>
            </a:r>
          </a:p>
          <a:p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762000" y="326418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Step 4: </a:t>
            </a:r>
            <a:r>
              <a:rPr lang="en-US" dirty="0" smtClean="0"/>
              <a:t>Establish </a:t>
            </a:r>
            <a:r>
              <a:rPr lang="en-US" dirty="0" err="1" smtClean="0"/>
              <a:t>VNet</a:t>
            </a:r>
            <a:r>
              <a:rPr lang="en-US" dirty="0" smtClean="0"/>
              <a:t> Peering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76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57400"/>
            <a:ext cx="7848600" cy="4128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2000" y="326418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Step 4: </a:t>
            </a:r>
            <a:r>
              <a:rPr lang="en-US" dirty="0" smtClean="0"/>
              <a:t>Establish </a:t>
            </a:r>
            <a:r>
              <a:rPr lang="en-US" dirty="0" err="1" smtClean="0"/>
              <a:t>VNet</a:t>
            </a:r>
            <a:r>
              <a:rPr lang="en-US" dirty="0" smtClean="0"/>
              <a:t> Peering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62000" y="1103852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Once peering is created in Virtual Network then following snippet depict both VM’s private can be ping from other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94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350817"/>
            <a:ext cx="8326735" cy="4191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62000" y="326418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Step </a:t>
            </a:r>
            <a:r>
              <a:rPr lang="en-US" sz="2000" b="1" u="sng" dirty="0" smtClean="0"/>
              <a:t>5: </a:t>
            </a:r>
            <a:r>
              <a:rPr lang="en-US" dirty="0" smtClean="0"/>
              <a:t>Create user “</a:t>
            </a:r>
            <a:r>
              <a:rPr lang="en-US" dirty="0" err="1" smtClean="0"/>
              <a:t>Abhay</a:t>
            </a:r>
            <a:r>
              <a:rPr lang="en-US" dirty="0" smtClean="0"/>
              <a:t>” using </a:t>
            </a:r>
            <a:r>
              <a:rPr lang="en-US" dirty="0" err="1" smtClean="0"/>
              <a:t>Entra</a:t>
            </a:r>
            <a:r>
              <a:rPr lang="en-US" dirty="0" smtClean="0"/>
              <a:t> 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428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760" y="2286000"/>
            <a:ext cx="6505575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62000" y="326418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Step </a:t>
            </a:r>
            <a:r>
              <a:rPr lang="en-US" sz="2000" b="1" u="sng" dirty="0" smtClean="0"/>
              <a:t>6: </a:t>
            </a:r>
            <a:r>
              <a:rPr lang="en-US" dirty="0" smtClean="0"/>
              <a:t>Create custom role as “</a:t>
            </a:r>
            <a:r>
              <a:rPr lang="en-US" dirty="0"/>
              <a:t>computer </a:t>
            </a:r>
            <a:r>
              <a:rPr lang="en-US" dirty="0" smtClean="0"/>
              <a:t>operator”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43000" y="1069639"/>
            <a:ext cx="617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Since the </a:t>
            </a:r>
            <a:r>
              <a:rPr lang="en-US" b="1" dirty="0" smtClean="0">
                <a:solidFill>
                  <a:srgbClr val="FF0000"/>
                </a:solidFill>
              </a:rPr>
              <a:t>Add New Role </a:t>
            </a:r>
            <a:r>
              <a:rPr lang="en-US" dirty="0" smtClean="0"/>
              <a:t>is Disabled, could not able to create the Role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636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530</Words>
  <Application>Microsoft Office PowerPoint</Application>
  <PresentationFormat>On-screen Show (4:3)</PresentationFormat>
  <Paragraphs>79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Abhay Mudawadkar 20-Sep  to 26-Oct AZ-104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39</cp:revision>
  <dcterms:created xsi:type="dcterms:W3CDTF">2025-11-03T15:16:33Z</dcterms:created>
  <dcterms:modified xsi:type="dcterms:W3CDTF">2025-11-05T14:57:38Z</dcterms:modified>
</cp:coreProperties>
</file>